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" y="1143000"/>
            <a:ext cx="1600200" cy="1600200"/>
          </a:xfrm>
          <a:prstGeom prst="ellipse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60520" y="9144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92D4B"/>
                </a:solidFill>
                <a:latin typeface="Aptos Display"/>
              </a:defRPr>
            </a:pPr>
            <a:r>
              <a:t>ERP IMPLEMENTATION</a:t>
            </a:r>
            <a:br/>
            <a:r>
              <a:t>COMPILATION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87952" y="242316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3465A4"/>
                </a:solidFill>
                <a:latin typeface="Aptos"/>
              </a:defRPr>
            </a:pPr>
            <a:r>
              <a:t>Internship Presentation</a:t>
            </a:r>
          </a:p>
          <a:p>
            <a:pPr>
              <a:defRPr sz="1600">
                <a:solidFill>
                  <a:srgbClr val="646E78"/>
                </a:solidFill>
                <a:latin typeface="Aptos"/>
              </a:defRPr>
            </a:pPr>
            <a:r>
              <a:t>Enterprise Resource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370332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Candidate: Kamna Kashyap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Roll No.: 2410031671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IILM University, Greater Noida, U.P.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B.Tech CSE | Batch 2024–2028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Internship Duration: 4 Weeks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Candidate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33271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8"/>
                </a:solidFill>
                <a:latin typeface="Aptos"/>
              </a:defRPr>
            </a:pPr>
            <a:r>
              <a:t>Internship details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5212080" cy="566928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581912"/>
            <a:ext cx="48097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Name of Student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103120"/>
            <a:ext cx="4809744" cy="-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Kamna Kashyap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075688"/>
            <a:ext cx="5212080" cy="566928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240280"/>
            <a:ext cx="48097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Roll 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761488"/>
            <a:ext cx="4809744" cy="-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2410031671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734056"/>
            <a:ext cx="5212080" cy="566928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2898648"/>
            <a:ext cx="48097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Institute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419856"/>
            <a:ext cx="4809744" cy="-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IILM University, Greater Noida, U.P.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92424"/>
            <a:ext cx="5212080" cy="566928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3557016"/>
            <a:ext cx="48097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Programme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4078224"/>
            <a:ext cx="4809744" cy="-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B.Tech CSE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050791"/>
            <a:ext cx="5212080" cy="566928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4215383"/>
            <a:ext cx="48097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Batch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4736592"/>
            <a:ext cx="4809744" cy="-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2024–2028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709159"/>
            <a:ext cx="5212080" cy="566928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4873751"/>
            <a:ext cx="48097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Internship Domain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5394959"/>
            <a:ext cx="4809744" cy="-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ERP Implementation Compilation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367527"/>
            <a:ext cx="5212080" cy="566928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5532119"/>
            <a:ext cx="48097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Duration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6053327"/>
            <a:ext cx="4809744" cy="-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4 Weeks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1417320"/>
            <a:ext cx="5074920" cy="429768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1581912"/>
            <a:ext cx="467258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Internship Focus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2103120"/>
            <a:ext cx="4672583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Understanding the ERP implementation lifecycle, business-process integration, data management, testing, training, security, deployment and post-go-live improvement.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  <a:latin typeface="Aptos"/>
              </a:defRPr>
            </a:pPr>
            <a:r>
              <a:t>ERP Implementation Compilation  |  Kamna Kashyap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Introduction to 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Enterprise Resource Planning (ERP) is an integrated information system used to manage core organizational processes.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ERP connects departments such as finance, procurement, inventory, human resources, sales and operations.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A shared data environment reduces duplication and improves information consistency.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ERP implementation combines technology deployment with business-process improvement and organizational change.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The overall goal is better visibility, control, efficiency and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  <a:latin typeface="Aptos"/>
              </a:defRPr>
            </a:pPr>
            <a:r>
              <a:t>ERP Implementation Compilation  |  Kamna Kashyap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Major ERP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240280" cy="132588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581912"/>
            <a:ext cx="18379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Finance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103120"/>
            <a:ext cx="1837944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Accounting, budgeting, reporting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417320"/>
            <a:ext cx="2240280" cy="132588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5848" y="1581912"/>
            <a:ext cx="18379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5848" y="2103120"/>
            <a:ext cx="1837944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Employee records, payroll, attendance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1417320"/>
            <a:ext cx="2240280" cy="132588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70448" y="1581912"/>
            <a:ext cx="18379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Procurement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2103120"/>
            <a:ext cx="1837944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Purchasing, suppliers, approvals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417320"/>
            <a:ext cx="2240280" cy="132588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581912"/>
            <a:ext cx="18379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Inventory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103120"/>
            <a:ext cx="1837944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Stock, warehouse, material movement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063240"/>
            <a:ext cx="2240280" cy="132588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227832"/>
            <a:ext cx="18379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Sales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749039"/>
            <a:ext cx="1837944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Orders, delivery, invoicing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54680" y="3063240"/>
            <a:ext cx="2240280" cy="132588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55848" y="3227832"/>
            <a:ext cx="18379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Production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5848" y="3749039"/>
            <a:ext cx="1837944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Planning, work orders, materials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0" y="3063240"/>
            <a:ext cx="2240280" cy="132588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70448" y="3227832"/>
            <a:ext cx="18379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CRM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0448" y="3749039"/>
            <a:ext cx="1837944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Customers, leads, service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3063240"/>
            <a:ext cx="2240280" cy="132588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5048" y="3227832"/>
            <a:ext cx="18379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Supply Chain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3749039"/>
            <a:ext cx="1837944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Planning, logistics, distribution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  <a:latin typeface="Aptos"/>
              </a:defRPr>
            </a:pPr>
            <a:r>
              <a:t>ERP Implementation Compilation  |  Kamna Kashyap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ERP Implementation Life 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2057400" cy="150876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627632"/>
            <a:ext cx="1655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1. Initiation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148840"/>
            <a:ext cx="1655064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Scope, goals &amp; governance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8648" y="1463040"/>
            <a:ext cx="2057400" cy="150876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9816" y="1627632"/>
            <a:ext cx="1655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2.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9816" y="2148840"/>
            <a:ext cx="1655064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Business &amp; user needs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02936" y="1463040"/>
            <a:ext cx="2057400" cy="150876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04104" y="1627632"/>
            <a:ext cx="1655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3. Process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4104" y="2148840"/>
            <a:ext cx="1655064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Future-state workflows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07224" y="1463040"/>
            <a:ext cx="2057400" cy="150876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08392" y="1627632"/>
            <a:ext cx="1655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4. Configuration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2148840"/>
            <a:ext cx="1655064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Modules &amp; workflows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11512" y="1463040"/>
            <a:ext cx="2057400" cy="150876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12680" y="1627632"/>
            <a:ext cx="1655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5. Data Migration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80" y="2148840"/>
            <a:ext cx="1655064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Clean, map &amp; load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520440"/>
            <a:ext cx="2057400" cy="150876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3685032"/>
            <a:ext cx="1655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6.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4206240"/>
            <a:ext cx="1655064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Connect systems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98648" y="3520440"/>
            <a:ext cx="2057400" cy="150876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99816" y="3685032"/>
            <a:ext cx="1655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7. Testing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9816" y="4206240"/>
            <a:ext cx="1655064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Validate end-to-end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02936" y="3520440"/>
            <a:ext cx="2057400" cy="150876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04104" y="3685032"/>
            <a:ext cx="1655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8. Training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4104" y="4206240"/>
            <a:ext cx="1655064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Prepare users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07224" y="3520440"/>
            <a:ext cx="2057400" cy="150876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08392" y="3685032"/>
            <a:ext cx="1655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9. Go-Live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08392" y="4206240"/>
            <a:ext cx="1655064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Controlled deployment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11512" y="3520440"/>
            <a:ext cx="2057400" cy="150876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3685032"/>
            <a:ext cx="1655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10. Stabilization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4206240"/>
            <a:ext cx="1655064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Support &amp; optimize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  <a:latin typeface="Aptos"/>
              </a:defRPr>
            </a:pPr>
            <a:r>
              <a:t>ERP Implementation Compilation  |  Kamna Kashyap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Data Migration &amp;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303520" cy="43434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581912"/>
            <a:ext cx="490118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Data Migration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103120"/>
            <a:ext cx="4901183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• Identify master and transactional data</a:t>
            </a:r>
            <a:br/>
            <a:r>
              <a:t>• Profile and cleanse legacy records</a:t>
            </a:r>
            <a:br/>
            <a:r>
              <a:t>• Map legacy fields to ERP fields</a:t>
            </a:r>
            <a:br/>
            <a:r>
              <a:t>• Perform trial migrations</a:t>
            </a:r>
            <a:br/>
            <a:r>
              <a:t>• Reconcile and validate results</a:t>
            </a:r>
            <a:br/>
            <a:r>
              <a:t>• Obtain business-owner sign-off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303520" cy="43434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581912"/>
            <a:ext cx="490118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System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103120"/>
            <a:ext cx="4901183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• Connect ERP with external applications</a:t>
            </a:r>
            <a:br/>
            <a:r>
              <a:t>• Define interfaces and data flows</a:t>
            </a:r>
            <a:br/>
            <a:r>
              <a:t>• Validate inbound and outbound transactions</a:t>
            </a:r>
            <a:br/>
            <a:r>
              <a:t>• Monitor errors and exceptions</a:t>
            </a:r>
            <a:br/>
            <a:r>
              <a:t>• Maintain integration documentation</a:t>
            </a:r>
            <a:br/>
            <a:r>
              <a:t>• Test end-to-end business scenarios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  <a:latin typeface="Aptos"/>
              </a:defRPr>
            </a:pPr>
            <a:r>
              <a:t>ERP Implementation Compilation  |  Kamna Kashyap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Testing, Training &amp; Change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520440" cy="43434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581912"/>
            <a:ext cx="311810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103120"/>
            <a:ext cx="3118104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Unit testing</a:t>
            </a:r>
            <a:br/>
            <a:r>
              <a:t>System testing</a:t>
            </a:r>
            <a:br/>
            <a:r>
              <a:t>Integration testing</a:t>
            </a:r>
            <a:br/>
            <a:r>
              <a:t>Performance testing</a:t>
            </a:r>
            <a:br/>
            <a:r>
              <a:t>Security testing</a:t>
            </a:r>
            <a:br/>
            <a:r>
              <a:t>User Acceptance Testing (UAT)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520440" cy="43434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581912"/>
            <a:ext cx="311810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103120"/>
            <a:ext cx="3118104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Role-based training</a:t>
            </a:r>
            <a:br/>
            <a:r>
              <a:t>Process walkthroughs</a:t>
            </a:r>
            <a:br/>
            <a:r>
              <a:t>Hands-on practice</a:t>
            </a:r>
            <a:br/>
            <a:r>
              <a:t>User guides</a:t>
            </a:r>
            <a:br/>
            <a:r>
              <a:t>Support preparation</a:t>
            </a:r>
            <a:br/>
            <a:r>
              <a:t>Post-go-live assistance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520440" cy="43434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581912"/>
            <a:ext cx="311810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Change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103120"/>
            <a:ext cx="3118104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Stakeholder engagement</a:t>
            </a:r>
            <a:br/>
            <a:r>
              <a:t>Clear communication</a:t>
            </a:r>
            <a:br/>
            <a:r>
              <a:t>Leadership support</a:t>
            </a:r>
            <a:br/>
            <a:r>
              <a:t>Feedback channels</a:t>
            </a:r>
            <a:br/>
            <a:r>
              <a:t>Resistance management</a:t>
            </a:r>
            <a:br/>
            <a:r>
              <a:t>Continuous improvement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  <a:latin typeface="Aptos"/>
              </a:defRPr>
            </a:pPr>
            <a:r>
              <a:t>ERP Implementation Compilation  |  Kamna Kashyap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Security &amp; Risk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Use role-based access control and the principle of least privilege.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Apply segregation of duties for sensitive financial and operational transactions.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Maintain approval workflows and audit trails.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Review user access periodically and remove unnecessary permissions.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Protect data through backup, recovery and continuity arrangements.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Manage implementation risks through clear scope, testing, data quality controls and structured support.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  <a:latin typeface="Aptos"/>
              </a:defRPr>
            </a:pPr>
            <a:r>
              <a:t>ERP Implementation Compilation  |  Kamna Kashyap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Benefits of ERP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3383280" cy="16002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627632"/>
            <a:ext cx="29809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148840"/>
            <a:ext cx="29809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Connected departments and shared information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16002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627632"/>
            <a:ext cx="29809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Efficiency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148840"/>
            <a:ext cx="29809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Less duplication and manual reconciliation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463040"/>
            <a:ext cx="3383280" cy="16002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1627632"/>
            <a:ext cx="29809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2148840"/>
            <a:ext cx="29809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Faster access to operational and management information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20440"/>
            <a:ext cx="3383280" cy="16002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685032"/>
            <a:ext cx="29809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206240"/>
            <a:ext cx="29809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Improved approvals, traceability and accountability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520440"/>
            <a:ext cx="3383280" cy="16002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0288" y="3685032"/>
            <a:ext cx="29809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Planning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4206240"/>
            <a:ext cx="29809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Better inventory, resource and demand planning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520440"/>
            <a:ext cx="3383280" cy="16002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3685032"/>
            <a:ext cx="29809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Scalability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4206240"/>
            <a:ext cx="29809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Foundation for growth and future integrations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  <a:latin typeface="Aptos"/>
              </a:defRPr>
            </a:pPr>
            <a:r>
              <a:t>ERP Implementation Compilation  |  Kamna Kashyap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Illustrative ERP Implementation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15600" cy="566928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490472"/>
            <a:ext cx="10113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011680"/>
            <a:ext cx="10113264" cy="-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Project initiation &amp; 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10515600" cy="566928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130552"/>
            <a:ext cx="10113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651760"/>
            <a:ext cx="10113264" cy="-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Current-state study &amp; requirements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06039"/>
            <a:ext cx="10515600" cy="566928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770632"/>
            <a:ext cx="10113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291839"/>
            <a:ext cx="10113264" cy="-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Future-state design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10515600" cy="566928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410712"/>
            <a:ext cx="10113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Phase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931920"/>
            <a:ext cx="10113264" cy="-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Configuration &amp; integrations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886200"/>
            <a:ext cx="10515600" cy="566928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050791"/>
            <a:ext cx="10113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Phase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4572000"/>
            <a:ext cx="10113264" cy="-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Data migration &amp; testing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526280"/>
            <a:ext cx="10515600" cy="566928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690872"/>
            <a:ext cx="10113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Phase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5212080"/>
            <a:ext cx="10113264" cy="-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Training, cutover &amp; go-live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166360"/>
            <a:ext cx="10515600" cy="566928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330952"/>
            <a:ext cx="10113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Phase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5852160"/>
            <a:ext cx="10113264" cy="-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Stabilization &amp; continuous improvement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  <a:latin typeface="Aptos"/>
              </a:defRPr>
            </a:pPr>
            <a:r>
              <a:t>ERP Implementation Compilation  |  Kamna Kashyap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Key Performance Indicators (KPIs)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502920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581912"/>
            <a:ext cx="46268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Data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103120"/>
            <a:ext cx="4626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Validated records without critical errors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502920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581912"/>
            <a:ext cx="46268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Order Processing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2103120"/>
            <a:ext cx="4626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Average time from order entry to completion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926080"/>
            <a:ext cx="502920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090672"/>
            <a:ext cx="46268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Procurement Cycle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611880"/>
            <a:ext cx="4626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Time from request to approved purchase order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926080"/>
            <a:ext cx="502920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3090672"/>
            <a:ext cx="46268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Inventory 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3611880"/>
            <a:ext cx="4626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System stock compared with physical stock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434840"/>
            <a:ext cx="502920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599431"/>
            <a:ext cx="46268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User Adoption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5120640"/>
            <a:ext cx="4626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Active use of required ERP processes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434840"/>
            <a:ext cx="502920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4599431"/>
            <a:ext cx="46268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System Availability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5120640"/>
            <a:ext cx="4626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Percentage of time ERP is operational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  <a:latin typeface="Aptos"/>
              </a:defRPr>
            </a:pPr>
            <a:r>
              <a:t>ERP Implementation Compilation  |  Kamna Kashyap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ERP implementation is a business transformation initiative involving people, processes, data and technology.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Successful projects require clear objectives, governance, quality data, testing, training and post-go-live support.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Future ERP environments are increasingly supported by cloud platforms, analytics, automation, APIs and AI-enabled capabilities.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Continuous improvement and KPI monitoring help organizations sustain the value of ERP after go-live.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4343400"/>
            <a:ext cx="429768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59168" y="4507992"/>
            <a:ext cx="38953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B"/>
                </a:solidFill>
                <a:latin typeface="Aptos Display"/>
              </a:defRPr>
            </a:pPr>
            <a:r>
              <a:t>Final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9168" y="5029200"/>
            <a:ext cx="3895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Aptos"/>
              </a:defRPr>
            </a:pPr>
            <a:r>
              <a:t>Integrated information + standardized processes + effective change management = sustainable ERP value.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  <a:latin typeface="Aptos"/>
              </a:defRPr>
            </a:pPr>
            <a:r>
              <a:t>ERP Implementation Compilation  |  Kamna Kashyap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718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CEBFA"/>
                </a:solidFill>
                <a:latin typeface="Aptos"/>
              </a:defRPr>
            </a:pPr>
            <a:r>
              <a:t>ERP Implementation Compilation</a:t>
            </a:r>
          </a:p>
          <a:p>
            <a:pPr algn="ctr">
              <a:defRPr sz="1600">
                <a:solidFill>
                  <a:srgbClr val="FFFFFF"/>
                </a:solidFill>
                <a:latin typeface="Aptos"/>
              </a:defRPr>
            </a:pPr>
            <a:r>
              <a:t>Kamna Kashyap  |  Roll No. 2410031671</a:t>
            </a:r>
          </a:p>
          <a:p>
            <a:pPr algn="ctr">
              <a:defRPr sz="1400">
                <a:solidFill>
                  <a:srgbClr val="DCEBFA"/>
                </a:solidFill>
                <a:latin typeface="Aptos"/>
              </a:defRPr>
            </a:pPr>
            <a:r>
              <a:t>IILM University, Greater Noida, U.P.  |  B.Tech CSE  |  Batch 2024–2028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ERP Implementation Compilation</dc:title>
  <dc:subject>Internship Presentation</dc:subject>
  <dc:creator>Kamna Kashyap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